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0B0B"/>
                </a:solidFill>
              </a:rPr>
              <a:t>NORP Food Assistance Need-Capacity Gap Explorer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115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CS 4365/6365 Enterprise Computing, Summer 2026, Group 4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Ishaan Bhardwaj and Gowtam Kommi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Where does food-related need outpace nonprofit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Prior NORP semesters drifted into NL2SQL benchmarking; the course asked for an agentic data-exploration layer instead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Our pipeline cleans real data, verifies its own work, and surfaces sociological correlations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Unit of analysis: US county (5-digit FIPS); final panel covers 3,066 counties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Every statistic is computed by Python; the LLM only proposes hypotheses and writes framing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Six raw tables, three known hazards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NGOs_with_categories: 3,420,024 nonprofits (EIN, county, category) -- the FULL table, obtained this checkpoint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IRS 990/990EZ/990PF 2022 summaries: 131,587 filings (revenue, net assets)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Need side: 72,742 disadvantaged-community tracts, county poverty rates, ACS income and unemployment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Hazard 1: capacity keys on county NAMES, need keys on FIPS codes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Hazard 2: the financial join is sparse (about 4% of NGOs file)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Hazard 3: until this week, only a truncated 1,048,575-row extract of the NGO table was 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pipeline decides for itself at three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load -&gt; profile -&gt; GATE -&gt; capacity + need tables -&gt; joined gap panel -&gt; correlation agent -&gt; statistical critic -&gt; fixed effects -&gt; maps -&gt; findings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1. Profiler and quality gate: classifies every table and join, then issues proceed / proceed_with_warning / stop on its own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2. LLM correlation agent: proposes need-vs-capacity pairs from the schema; Python computes the exhaustive grid regardless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2514E"/>
                </a:solidFill>
              </a:rPr>
              <a:t>– 3. Deterministic statistical critic: re-tests every proposal with FDR control and permutation nulls; sign match is not support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Committed verification re-derives every headline number (17 machine checks, all passing)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gate acts on its own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Full run verdict: PROCEED_WITH_WARNING at match rate 0.9322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Florida (188,675 NGOs) and Connecticut (41,739) auto-drop: their counties cannot be mapped in the committed FIPS lookup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That is 99.3% of all dropped rows, logged with per-state counts, never hand-patched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Checkpoint 1 feedback told us to let the profiler do its job; the manual FL/CT patch we had planned was deleted, and the rule held through the final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</a:rPr>
              <a:t>An explainable gap score, hardened against outliers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</a:rPr>
              <a:t>• need z (poverty, food-desert share, housing burden) minus capacity z (NGOs, revenue, assets per capita)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</a:rPr>
              <a:t>• Capacity indicators pass through a signed-log transform so one huge nonprofit cannot dominate a county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</a:rPr>
              <a:t>• Separate food_gap_score against food-sector density; missing financials stay missing, never fabricated zeros</a:t>
            </a:r>
          </a:p>
        </p:txBody>
      </p:sp>
      <p:pic>
        <p:nvPicPr>
          <p:cNvPr id="5" name="Picture 4" descr="gap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224" y="3108960"/>
            <a:ext cx="5365247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</a:rPr>
              <a:t>The answer: a triage list of counties</a:t>
            </a:r>
          </a:p>
        </p:txBody>
      </p:sp>
      <p:pic>
        <p:nvPicPr>
          <p:cNvPr id="4" name="Picture 3" descr="top_gap_coun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271" y="1234440"/>
            <a:ext cx="602915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</a:rPr>
              <a:t>The geography: Delta, Texas border, Black Belt, Appalachia</a:t>
            </a:r>
          </a:p>
        </p:txBody>
      </p:sp>
      <p:pic>
        <p:nvPicPr>
          <p:cNvPr id="4" name="Picture 3" descr="gap_score_choropleth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346" y="1234440"/>
            <a:ext cx="7819003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</a:rPr>
              <a:t>The LLM proposes; Python computes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</a:rPr>
              <a:t>• 7 hypothesized need-vs-capacity pairs from the schema only (no raw rows leave the machine)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B0B0B"/>
                </a:solidFill>
              </a:rPr>
              <a:t>• Python computes all 28 Pearson + Spearman pairs exhaustively, so no proposal can hide its siblings</a:t>
            </a:r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192" y="2651760"/>
            <a:ext cx="564131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A deterministic critic grades every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Three layers: Benjamini-Hochberg FDR across all 28 tests, a state-stratified permutation null (2,000 fixed-seed shuffles), and a |rho| &gt;= 0.10 effect floor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Verdicts on the full data: 4 supported, 2 weak-direction, 1 unsupported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poverty ~ nonprofit density: significant by q-value yet permutation p = 1.0, a pure between-state artifact the old sign check would have endorsed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A null result treated as a finding, not a failure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New: the wealth-capacity link survives state fixed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Within-state estimate absorbs every state-level shift (cost of living, filing coverage, tax geography)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Headline: signed-log filer revenue per capita on median income; slope +0.132 per $10k, cluster-robust p = 4.2e-09, 2,939 counties, 49 states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Pooled slope +0.194 vs FE +0.132: the relationship is within states, not composition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Estimator adapted from the TA benchmark branch, moved onto the signed-log scale and wired into findings and verification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Ishaan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We audited the AI benchmark like we audit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The TA branch shipped an exact-first Virginia crosswalk; on the real data it recovers zero of the 5,291 dropped VA rows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Its fixtures only test names that exist verbatim in the lookup; the real failure is 'Alexandria City' vs a bare 'Alexandria'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Our two-stage fix (exact first, then one suffix strip incl. 'city') recovers all 34 independent cities; encoding repair recovers Dona Ana NM from a corrupted lookup entry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Panel: 3,027 -&gt; 3,062 counties from the fix, -&gt; 3,066 with the full table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Same-stem pairs machine-checked: Fairfax City never folds into Fairfax County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Gowtam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</a:rPr>
              <a:t>The data gap is closed, and the bias is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0B0B"/>
                </a:solidFill>
              </a:rPr>
              <a:t>• Extract covered 31% of rows but only 26% of food nonprofits; worst state AK at 16%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0B0B"/>
                </a:solidFill>
              </a:rPr>
              <a:t>• Conclusions that survive: gap rank correlation 0.73 vs CP3, 3/10 top-10 overlap, max correlation shift 0.37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0B0B"/>
                </a:solidFill>
              </a:rPr>
              <a:t>• Every critic verdict re-tested on the full table</a:t>
            </a:r>
          </a:p>
        </p:txBody>
      </p:sp>
      <p:pic>
        <p:nvPicPr>
          <p:cNvPr id="5" name="Picture 4" descr="trunca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777" y="3246120"/>
            <a:ext cx="2072141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14255" y="64008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98781"/>
                </a:solidFill>
              </a:rPr>
              <a:t>speaker: 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A pipeline that shows its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17 committed verification checks, all passing; 70+ offline tests; no API key needed to reproduce anything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Honest accounting throughout: FL/CT absence, sparse filings, unverifiable upstream category labels, two counties without 2010 geometry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Next steps: FL/CT county mapping from an authoritative source, temporal panels, tract-level gaps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github.com/ishaanbhardwaj2003/NORP-Food-Assistance-Need-Capacity-Gap-Explorer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B0B0B"/>
                </a:solidFill>
              </a:rPr>
              <a:t>•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